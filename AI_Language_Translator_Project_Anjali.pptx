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Language Translator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Built using Python &amp; Streamlit</a:t>
            </a:r>
          </a:p>
          <a:p>
            <a:r>
              <a:t>Anjali J.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Language barriers make communication difficult.</a:t>
            </a:r>
          </a:p>
          <a:p>
            <a:pPr lvl="1"/>
            <a:r>
              <a:t>Need for a simple and interactive translation tool.</a:t>
            </a:r>
          </a:p>
          <a:p>
            <a:pPr lvl="1"/>
            <a:r>
              <a:t>Goal: Build a real-time AI-powered language translator.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Python</a:t>
            </a:r>
          </a:p>
          <a:p>
            <a:pPr lvl="1"/>
            <a:r>
              <a:t>Streamlit</a:t>
            </a:r>
          </a:p>
          <a:p>
            <a:pPr lvl="1"/>
            <a:r>
              <a:t>Googletrans Library</a:t>
            </a:r>
          </a:p>
          <a:p>
            <a:pPr lvl="1"/>
            <a:r>
              <a:t>VS Code</a:t>
            </a:r>
          </a:p>
          <a:p>
            <a:pPr lvl="1"/>
            <a:r>
              <a:t>GitHub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Created Streamlit user interface.</a:t>
            </a:r>
          </a:p>
          <a:p>
            <a:pPr lvl="1"/>
            <a:r>
              <a:t>Integrated Google Translate API via googletrans.</a:t>
            </a:r>
          </a:p>
          <a:p>
            <a:pPr lvl="1"/>
            <a:r>
              <a:t>Added source and target language selection.</a:t>
            </a:r>
          </a:p>
          <a:p>
            <a:pPr lvl="1"/>
            <a:r>
              <a:t>Displayed translated output dynamically.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569FB-AFC1-4B6D-9F77-9100671A8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Code Implementation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114757-ADDB-478E-BF1A-95D13FD12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92414"/>
            <a:ext cx="4013222" cy="37797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C4B13B-F6E3-4D31-B5A9-5D92678A1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80" y="1992414"/>
            <a:ext cx="4013220" cy="3779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369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1531938"/>
            <a:ext cx="4243387" cy="4525963"/>
          </a:xfrm>
        </p:spPr>
        <p:txBody>
          <a:bodyPr/>
          <a:lstStyle/>
          <a:p>
            <a:endParaRPr dirty="0"/>
          </a:p>
          <a:p>
            <a:pPr lvl="1"/>
            <a:r>
              <a:rPr dirty="0"/>
              <a:t>User-friendly interface.</a:t>
            </a:r>
          </a:p>
          <a:p>
            <a:pPr lvl="1"/>
            <a:r>
              <a:rPr dirty="0"/>
              <a:t>Supports multiple languages.</a:t>
            </a:r>
          </a:p>
          <a:p>
            <a:pPr lvl="1"/>
            <a:r>
              <a:rPr dirty="0"/>
              <a:t>Real-time translation.</a:t>
            </a:r>
          </a:p>
          <a:p>
            <a:pPr lvl="1"/>
            <a:r>
              <a:rPr dirty="0"/>
              <a:t>Clean UI with customized background.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5A0F5B-9BDB-4709-B270-EAD032764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13" y="2109423"/>
            <a:ext cx="4486822" cy="37770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Building AI applications using Python.</a:t>
            </a:r>
          </a:p>
          <a:p>
            <a:pPr lvl="1"/>
            <a:r>
              <a:t>Working with external APIs.</a:t>
            </a:r>
          </a:p>
          <a:p>
            <a:pPr lvl="1"/>
            <a:r>
              <a:t>Deploying apps with Streamlit.</a:t>
            </a:r>
          </a:p>
          <a:p>
            <a:pPr lvl="1"/>
            <a:r>
              <a:t>Version control using GitHub.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Add voice input feature.</a:t>
            </a:r>
          </a:p>
          <a:p>
            <a:pPr lvl="1"/>
            <a:r>
              <a:t>Improve translation accuracy using advanced models.</a:t>
            </a:r>
          </a:p>
          <a:p>
            <a:pPr lvl="1"/>
            <a:r>
              <a:t>Deploy on cloud platform.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GitHub Repository: (</a:t>
            </a:r>
            <a:r>
              <a:rPr lang="en-IN" dirty="0"/>
              <a:t>https://github.com/Anjalisj4g/AI-Language-Translator-App/tree/main</a:t>
            </a:r>
            <a:r>
              <a:t>)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158</Words>
  <Application>Microsoft Office PowerPoint</Application>
  <PresentationFormat>On-screen Show (4:3)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AI Language Translator App</vt:lpstr>
      <vt:lpstr>Problem Statement</vt:lpstr>
      <vt:lpstr>Tools &amp; Technologies Used</vt:lpstr>
      <vt:lpstr>Implementation Steps</vt:lpstr>
      <vt:lpstr>Code Implementation</vt:lpstr>
      <vt:lpstr>Key Features</vt:lpstr>
      <vt:lpstr>What I Learned</vt:lpstr>
      <vt:lpstr>Future Improvements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Language Translator App</dc:title>
  <dc:subject/>
  <dc:creator/>
  <cp:keywords/>
  <dc:description>generated using python-pptx</dc:description>
  <cp:lastModifiedBy>gokul nath</cp:lastModifiedBy>
  <cp:revision>3</cp:revision>
  <dcterms:created xsi:type="dcterms:W3CDTF">2013-01-27T09:14:16Z</dcterms:created>
  <dcterms:modified xsi:type="dcterms:W3CDTF">2026-02-19T09:47:25Z</dcterms:modified>
  <cp:category/>
</cp:coreProperties>
</file>